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5" r:id="rId4"/>
    <p:sldId id="276" r:id="rId5"/>
    <p:sldId id="277" r:id="rId6"/>
    <p:sldId id="278" r:id="rId7"/>
    <p:sldId id="279" r:id="rId8"/>
    <p:sldId id="258" r:id="rId9"/>
    <p:sldId id="259" r:id="rId10"/>
    <p:sldId id="260" r:id="rId11"/>
    <p:sldId id="270" r:id="rId12"/>
    <p:sldId id="271" r:id="rId13"/>
    <p:sldId id="272" r:id="rId14"/>
    <p:sldId id="274" r:id="rId15"/>
    <p:sldId id="273" r:id="rId16"/>
    <p:sldId id="268" r:id="rId17"/>
    <p:sldId id="269" r:id="rId18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5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5593F-16C6-4CFF-A264-880E120502DC}" type="datetimeFigureOut">
              <a:rPr lang="es-CR" smtClean="0"/>
              <a:t>14/7/2025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06D6-56A3-4851-B79C-2BF9238E0B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7086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5593F-16C6-4CFF-A264-880E120502DC}" type="datetimeFigureOut">
              <a:rPr lang="es-CR" smtClean="0"/>
              <a:t>14/7/2025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06D6-56A3-4851-B79C-2BF9238E0B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1597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5593F-16C6-4CFF-A264-880E120502DC}" type="datetimeFigureOut">
              <a:rPr lang="es-CR" smtClean="0"/>
              <a:t>14/7/2025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06D6-56A3-4851-B79C-2BF9238E0B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65921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5593F-16C6-4CFF-A264-880E120502DC}" type="datetimeFigureOut">
              <a:rPr lang="es-CR" smtClean="0"/>
              <a:t>14/7/2025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06D6-56A3-4851-B79C-2BF9238E0B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43974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5593F-16C6-4CFF-A264-880E120502DC}" type="datetimeFigureOut">
              <a:rPr lang="es-CR" smtClean="0"/>
              <a:t>14/7/2025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06D6-56A3-4851-B79C-2BF9238E0B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4579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5593F-16C6-4CFF-A264-880E120502DC}" type="datetimeFigureOut">
              <a:rPr lang="es-CR" smtClean="0"/>
              <a:t>14/7/2025</a:t>
            </a:fld>
            <a:endParaRPr lang="es-C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06D6-56A3-4851-B79C-2BF9238E0B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094986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5593F-16C6-4CFF-A264-880E120502DC}" type="datetimeFigureOut">
              <a:rPr lang="es-CR" smtClean="0"/>
              <a:t>14/7/2025</a:t>
            </a:fld>
            <a:endParaRPr lang="es-C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06D6-56A3-4851-B79C-2BF9238E0B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22424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5593F-16C6-4CFF-A264-880E120502DC}" type="datetimeFigureOut">
              <a:rPr lang="es-CR" smtClean="0"/>
              <a:t>14/7/2025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06D6-56A3-4851-B79C-2BF9238E0B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88715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5593F-16C6-4CFF-A264-880E120502DC}" type="datetimeFigureOut">
              <a:rPr lang="es-CR" smtClean="0"/>
              <a:t>14/7/2025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06D6-56A3-4851-B79C-2BF9238E0B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5511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5593F-16C6-4CFF-A264-880E120502DC}" type="datetimeFigureOut">
              <a:rPr lang="es-CR" smtClean="0"/>
              <a:t>14/7/2025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06D6-56A3-4851-B79C-2BF9238E0B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200302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5593F-16C6-4CFF-A264-880E120502DC}" type="datetimeFigureOut">
              <a:rPr lang="es-CR" smtClean="0"/>
              <a:t>14/7/2025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E06D6-56A3-4851-B79C-2BF9238E0B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1578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A5593F-16C6-4CFF-A264-880E120502DC}" type="datetimeFigureOut">
              <a:rPr lang="es-CR" smtClean="0"/>
              <a:t>14/7/2025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E06D6-56A3-4851-B79C-2BF9238E0BFA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8893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FA73313-DC53-5EEF-AEA8-B4CE97ED1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2570"/>
            <a:ext cx="9144000" cy="573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46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00404-1E97-8A1F-109F-DE48B82E1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E6817B2-2F95-E0B1-5B94-21F0BF9F6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5965"/>
            <a:ext cx="9144000" cy="5706070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Vista general de diapositiva 3">
                <a:extLst>
                  <a:ext uri="{FF2B5EF4-FFF2-40B4-BE49-F238E27FC236}">
                    <a16:creationId xmlns:a16="http://schemas.microsoft.com/office/drawing/2014/main" id="{9FA8B9E5-34CF-DD0B-A841-1D7985DB525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30616990"/>
                  </p:ext>
                </p:extLst>
              </p:nvPr>
            </p:nvGraphicFramePr>
            <p:xfrm>
              <a:off x="-5127171" y="1864179"/>
              <a:ext cx="2286000" cy="1714500"/>
            </p:xfrm>
            <a:graphic>
              <a:graphicData uri="http://schemas.microsoft.com/office/powerpoint/2016/slidezoom">
                <pslz:sldZm>
                  <pslz:sldZmObj sldId="257" cId="1230215849">
                    <pslz:zmPr id="{95536F8E-F2D4-4E3D-BB52-42A93AB70A10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Vista general de diapositiva 3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9FA8B9E5-34CF-DD0B-A841-1D7985DB52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127171" y="1864179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0215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BD3C9-E883-0E5B-956E-DD9F31986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DB8DAC0E-8A4D-317F-B04B-18BC67A34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6484"/>
            <a:ext cx="9144000" cy="5965031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Vista general de diapositiva 3">
                <a:extLst>
                  <a:ext uri="{FF2B5EF4-FFF2-40B4-BE49-F238E27FC236}">
                    <a16:creationId xmlns:a16="http://schemas.microsoft.com/office/drawing/2014/main" id="{73E5A919-781D-80B5-47E6-DA30B4991BB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127171" y="1864179"/>
              <a:ext cx="2286000" cy="1714500"/>
            </p:xfrm>
            <a:graphic>
              <a:graphicData uri="http://schemas.microsoft.com/office/powerpoint/2016/slidezoom">
                <pslz:sldZm>
                  <pslz:sldZmObj sldId="257" cId="1230215849">
                    <pslz:zmPr id="{95536F8E-F2D4-4E3D-BB52-42A93AB70A10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Vista general de diapositiva 3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73E5A919-781D-80B5-47E6-DA30B4991BB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127171" y="1864179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552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0C8C1-9554-718A-E29E-E7F05C72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89E5B196-141A-3C52-8E74-E1B159D8B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7218"/>
            <a:ext cx="9144000" cy="5643563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Vista general de diapositiva 3">
                <a:extLst>
                  <a:ext uri="{FF2B5EF4-FFF2-40B4-BE49-F238E27FC236}">
                    <a16:creationId xmlns:a16="http://schemas.microsoft.com/office/drawing/2014/main" id="{22A5CCD8-66EE-8815-8BA6-389C329DAD4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127171" y="1864179"/>
              <a:ext cx="2286000" cy="1714500"/>
            </p:xfrm>
            <a:graphic>
              <a:graphicData uri="http://schemas.microsoft.com/office/powerpoint/2016/slidezoom">
                <pslz:sldZm>
                  <pslz:sldZmObj sldId="257" cId="1230215849">
                    <pslz:zmPr id="{95536F8E-F2D4-4E3D-BB52-42A93AB70A10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Vista general de diapositiva 3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22A5CCD8-66EE-8815-8BA6-389C329DAD4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127171" y="1864179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5208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6472D-BDDF-A89F-1DA4-DF0A6C1B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4A2926D5-EC62-C194-25AE-BD2F53156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7" y="638472"/>
            <a:ext cx="9144000" cy="5581055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Vista general de diapositiva 3">
                <a:extLst>
                  <a:ext uri="{FF2B5EF4-FFF2-40B4-BE49-F238E27FC236}">
                    <a16:creationId xmlns:a16="http://schemas.microsoft.com/office/drawing/2014/main" id="{259EE250-5038-937B-49BD-89B3E1FCA4B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127171" y="1864179"/>
              <a:ext cx="2286000" cy="1714500"/>
            </p:xfrm>
            <a:graphic>
              <a:graphicData uri="http://schemas.microsoft.com/office/powerpoint/2016/slidezoom">
                <pslz:sldZm>
                  <pslz:sldZmObj sldId="257" cId="1230215849">
                    <pslz:zmPr id="{95536F8E-F2D4-4E3D-BB52-42A93AB70A10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Vista general de diapositiva 3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259EE250-5038-937B-49BD-89B3E1FCA4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127171" y="1864179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9105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9FA30-0929-C271-71D4-AF4E7596A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8FD7CE75-2064-75A5-C5A7-50BA53CDA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3640"/>
            <a:ext cx="9144000" cy="5750719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Vista general de diapositiva 3">
                <a:extLst>
                  <a:ext uri="{FF2B5EF4-FFF2-40B4-BE49-F238E27FC236}">
                    <a16:creationId xmlns:a16="http://schemas.microsoft.com/office/drawing/2014/main" id="{EE3BE264-3B19-D72A-4D9E-31DDEE4B6BB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127171" y="1864179"/>
              <a:ext cx="2286000" cy="1714500"/>
            </p:xfrm>
            <a:graphic>
              <a:graphicData uri="http://schemas.microsoft.com/office/powerpoint/2016/slidezoom">
                <pslz:sldZm>
                  <pslz:sldZmObj sldId="257" cId="1230215849">
                    <pslz:zmPr id="{95536F8E-F2D4-4E3D-BB52-42A93AB70A10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Vista general de diapositiva 3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EE3BE264-3B19-D72A-4D9E-31DDEE4B6BB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127171" y="1864179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2326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66D2-9E2E-4E7E-ACE9-1BFBA0EE7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C7D88A5-3559-A0B0-4F09-BB02EB308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0108"/>
            <a:ext cx="9144000" cy="5697141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" name="Vista general de diapositiva 3">
                <a:extLst>
                  <a:ext uri="{FF2B5EF4-FFF2-40B4-BE49-F238E27FC236}">
                    <a16:creationId xmlns:a16="http://schemas.microsoft.com/office/drawing/2014/main" id="{992BB0F9-0D4C-F3D1-5816-576288CCDA1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127171" y="1864179"/>
              <a:ext cx="2286000" cy="1714500"/>
            </p:xfrm>
            <a:graphic>
              <a:graphicData uri="http://schemas.microsoft.com/office/powerpoint/2016/slidezoom">
                <pslz:sldZm>
                  <pslz:sldZmObj sldId="257" cId="1230215849">
                    <pslz:zmPr id="{95536F8E-F2D4-4E3D-BB52-42A93AB70A10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" name="Vista general de diapositiva 3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992BB0F9-0D4C-F3D1-5816-576288CCDA1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127171" y="1864179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1920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B10E7-3E09-A2C0-2F29-83EB44D9C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F23103C9-7C30-7D16-6050-D04752A96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4698"/>
            <a:ext cx="9144000" cy="573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026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F0AB6-BFA3-3F37-A7A8-9798C2AD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>
            <a:extLst>
              <a:ext uri="{FF2B5EF4-FFF2-40B4-BE49-F238E27FC236}">
                <a16:creationId xmlns:a16="http://schemas.microsoft.com/office/drawing/2014/main" id="{3679AD4F-EC08-BE93-D26F-6E21553FF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9830"/>
            <a:ext cx="9144000" cy="513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32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18CE6-A5E8-7FF3-9EBF-0F00D216B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n 28">
            <a:extLst>
              <a:ext uri="{FF2B5EF4-FFF2-40B4-BE49-F238E27FC236}">
                <a16:creationId xmlns:a16="http://schemas.microsoft.com/office/drawing/2014/main" id="{433BD9FB-C3C5-2EF5-1211-08CE9C5CA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71" y="507291"/>
            <a:ext cx="9144000" cy="554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985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CC719-9050-A2BB-5F75-B8A14F735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n 30">
            <a:extLst>
              <a:ext uri="{FF2B5EF4-FFF2-40B4-BE49-F238E27FC236}">
                <a16:creationId xmlns:a16="http://schemas.microsoft.com/office/drawing/2014/main" id="{D61E305B-0785-DAC4-91BF-25A514FD1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6148"/>
            <a:ext cx="9144000" cy="562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941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57249-344E-F1BA-1D96-813F82B6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8E373BA8-ED7E-6836-FD25-C330F8757C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7391"/>
            <a:ext cx="9144000" cy="481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304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FA501-C312-01D8-1181-9A51EC52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82647847-E6CA-AFEB-937A-99411DC3A7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21" y="0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355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D6B4A-6DD0-1B20-44CE-5725EDE8D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n 26">
            <a:extLst>
              <a:ext uri="{FF2B5EF4-FFF2-40B4-BE49-F238E27FC236}">
                <a16:creationId xmlns:a16="http://schemas.microsoft.com/office/drawing/2014/main" id="{5B4C1E03-ACBA-B18F-1F47-AFB4E8772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1" y="0"/>
            <a:ext cx="8440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29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D9647-218C-58DB-23AE-DFF418B1E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n 32">
            <a:extLst>
              <a:ext uri="{FF2B5EF4-FFF2-40B4-BE49-F238E27FC236}">
                <a16:creationId xmlns:a16="http://schemas.microsoft.com/office/drawing/2014/main" id="{9A5329D9-39C1-E53A-C6C6-8EF6161F8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55" y="0"/>
            <a:ext cx="84102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13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E5F92-F807-F959-EEDD-269A0EB9A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n 34">
            <a:extLst>
              <a:ext uri="{FF2B5EF4-FFF2-40B4-BE49-F238E27FC236}">
                <a16:creationId xmlns:a16="http://schemas.microsoft.com/office/drawing/2014/main" id="{50D2260F-D065-23F1-1005-28C8DFAF0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329"/>
            <a:ext cx="9144000" cy="679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87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22144-571B-9335-B01D-D36E628EF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n 36">
            <a:extLst>
              <a:ext uri="{FF2B5EF4-FFF2-40B4-BE49-F238E27FC236}">
                <a16:creationId xmlns:a16="http://schemas.microsoft.com/office/drawing/2014/main" id="{A547D8DA-3547-2ED0-A80E-706780D47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1768"/>
            <a:ext cx="9144000" cy="601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11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0</Words>
  <Application>Microsoft Office PowerPoint</Application>
  <PresentationFormat>Carta (216 x 279 mm)</PresentationFormat>
  <Paragraphs>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SIC Computacion</dc:creator>
  <cp:lastModifiedBy>SIC Computacion</cp:lastModifiedBy>
  <cp:revision>1</cp:revision>
  <dcterms:created xsi:type="dcterms:W3CDTF">2025-07-14T21:12:04Z</dcterms:created>
  <dcterms:modified xsi:type="dcterms:W3CDTF">2025-07-14T21:23:45Z</dcterms:modified>
</cp:coreProperties>
</file>